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Dr.Y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Subbarayudu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 err="1">
                <a:solidFill>
                  <a:srgbClr val="00B050"/>
                </a:solidFill>
              </a:rPr>
              <a:t>Assitant</a:t>
            </a:r>
            <a:r>
              <a:rPr lang="en-US" sz="2400" dirty="0">
                <a:solidFill>
                  <a:srgbClr val="00B050"/>
                </a:solidFill>
              </a:rPr>
              <a:t>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885442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K SRI CHARAN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2520030093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Rishi Alapati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2520030268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P.Sudha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971743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 SRI CHARAN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Team lead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 RISHI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Team Member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 SUDHA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Team Member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Library Mobile App for Member Self-Service is a database-based application designed to provide library members with convenient access to library services through a mobile application.</a:t>
            </a:r>
          </a:p>
          <a:p>
            <a:r>
              <a:rPr lang="en-IN" dirty="0"/>
              <a:t>The system allows members to:</a:t>
            </a:r>
          </a:p>
          <a:p>
            <a:pPr lvl="0"/>
            <a:r>
              <a:rPr lang="en-IN" dirty="0"/>
              <a:t>Search for books </a:t>
            </a:r>
          </a:p>
          <a:p>
            <a:pPr lvl="0"/>
            <a:r>
              <a:rPr lang="en-IN" dirty="0"/>
              <a:t>Check book availability </a:t>
            </a:r>
          </a:p>
          <a:p>
            <a:pPr lvl="0"/>
            <a:r>
              <a:rPr lang="en-IN" dirty="0"/>
              <a:t>View borrowing history </a:t>
            </a:r>
          </a:p>
          <a:p>
            <a:pPr lvl="0"/>
            <a:r>
              <a:rPr lang="en-IN" dirty="0"/>
              <a:t>Reserve books </a:t>
            </a:r>
          </a:p>
          <a:p>
            <a:pPr lvl="0"/>
            <a:r>
              <a:rPr lang="en-IN" dirty="0"/>
              <a:t>Monitor due dates and fines </a:t>
            </a:r>
          </a:p>
          <a:p>
            <a:pPr lvl="0"/>
            <a:r>
              <a:rPr lang="en-IN" dirty="0"/>
              <a:t>View current and previous transactions </a:t>
            </a:r>
          </a:p>
          <a:p>
            <a:r>
              <a:rPr lang="en-IN" dirty="0"/>
              <a:t>The system maintains details of </a:t>
            </a:r>
            <a:r>
              <a:rPr lang="en-IN" b="1" dirty="0"/>
              <a:t>members, books, authors, categories, borrowings, reservations, returns, and fines</a:t>
            </a:r>
            <a:r>
              <a:rPr lang="en-IN" dirty="0"/>
              <a:t> in a structured relational database.</a:t>
            </a:r>
          </a:p>
          <a:p>
            <a:r>
              <a:rPr lang="en-IN" dirty="0"/>
              <a:t>SQL queries, joins, aggregation, constraints, and transactions are used to maintain data consistency and generate useful library reports.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Traditional library services often require members to depend on library staff for basic information. </a:t>
            </a:r>
          </a:p>
          <a:p>
            <a:pPr lvl="0"/>
            <a:r>
              <a:rPr lang="en-IN" dirty="0"/>
              <a:t>Members may need to visit the library to check book availability, borrowing history, or due dates. </a:t>
            </a:r>
          </a:p>
          <a:p>
            <a:pPr lvl="0"/>
            <a:r>
              <a:rPr lang="en-IN" dirty="0"/>
              <a:t>Our project provides a </a:t>
            </a:r>
            <a:r>
              <a:rPr lang="en-IN" b="1" dirty="0"/>
              <a:t>mobile-based self-service platform</a:t>
            </a:r>
            <a:r>
              <a:rPr lang="en-IN" dirty="0"/>
              <a:t> for library members. </a:t>
            </a:r>
          </a:p>
          <a:p>
            <a:pPr lvl="0"/>
            <a:r>
              <a:rPr lang="en-IN" dirty="0"/>
              <a:t>Users can access important library services from their mobile devices. </a:t>
            </a:r>
          </a:p>
          <a:p>
            <a:pPr lvl="0"/>
            <a:r>
              <a:rPr lang="en-IN" dirty="0"/>
              <a:t>The application is connected to a relational database for efficient storage and management of library information. </a:t>
            </a:r>
          </a:p>
          <a:p>
            <a:pPr lvl="0"/>
            <a:r>
              <a:rPr lang="en-IN" dirty="0"/>
              <a:t>The system aims to make library services </a:t>
            </a:r>
            <a:r>
              <a:rPr lang="en-IN" b="1" dirty="0"/>
              <a:t>simple, fast, and convenient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Library members mainly depend on library staff for services. </a:t>
            </a:r>
          </a:p>
          <a:p>
            <a:pPr lvl="0"/>
            <a:r>
              <a:rPr lang="en-IN" dirty="0"/>
              <a:t>Book availability may need to be checked manually. </a:t>
            </a:r>
          </a:p>
          <a:p>
            <a:pPr lvl="0"/>
            <a:r>
              <a:rPr lang="en-IN" dirty="0"/>
              <a:t>Borrowing and return information may require staff assistance. </a:t>
            </a:r>
          </a:p>
          <a:p>
            <a:pPr lvl="0"/>
            <a:r>
              <a:rPr lang="en-IN" dirty="0"/>
              <a:t>Members may not have easy access to their complete borrowing history. </a:t>
            </a:r>
          </a:p>
          <a:p>
            <a:pPr lvl="0"/>
            <a:r>
              <a:rPr lang="en-IN" dirty="0"/>
              <a:t>Book reservations may involve manual procedures. </a:t>
            </a:r>
          </a:p>
          <a:p>
            <a:pPr lvl="0"/>
            <a:r>
              <a:rPr lang="en-IN" dirty="0"/>
              <a:t>Due dates and fines may not be easily accessible to members. </a:t>
            </a:r>
          </a:p>
          <a:p>
            <a:pPr lvl="0"/>
            <a:r>
              <a:rPr lang="en-IN" dirty="0"/>
              <a:t>Managing large amounts of library data manually can be time-consuming.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The existing library service process requires members to depend on library staff for several basic operations.</a:t>
            </a:r>
          </a:p>
          <a:p>
            <a:r>
              <a:rPr lang="en-IN" b="1" dirty="0"/>
              <a:t>Problems Identified:</a:t>
            </a:r>
          </a:p>
          <a:p>
            <a:pPr lvl="0"/>
            <a:r>
              <a:rPr lang="en-IN" dirty="0"/>
              <a:t>Difficulty in quickly finding books. </a:t>
            </a:r>
          </a:p>
          <a:p>
            <a:pPr lvl="0"/>
            <a:r>
              <a:rPr lang="en-IN" dirty="0"/>
              <a:t>Lack of convenient access to book availability. </a:t>
            </a:r>
          </a:p>
          <a:p>
            <a:pPr lvl="0"/>
            <a:r>
              <a:rPr lang="en-IN" dirty="0"/>
              <a:t>Manual dependency for reservations. </a:t>
            </a:r>
          </a:p>
          <a:p>
            <a:pPr lvl="0"/>
            <a:r>
              <a:rPr lang="en-IN" dirty="0"/>
              <a:t>Difficulty in tracking borrowing history. </a:t>
            </a:r>
          </a:p>
          <a:p>
            <a:pPr lvl="0"/>
            <a:r>
              <a:rPr lang="en-IN" dirty="0"/>
              <a:t>Members may forget due dates. </a:t>
            </a:r>
          </a:p>
          <a:p>
            <a:pPr lvl="0"/>
            <a:r>
              <a:rPr lang="en-IN" dirty="0"/>
              <a:t>Difficulty in monitoring fines. </a:t>
            </a:r>
          </a:p>
          <a:p>
            <a:pPr lvl="0"/>
            <a:r>
              <a:rPr lang="en-IN" dirty="0"/>
              <a:t>Manual handling of library information can lead to inefficiency. </a:t>
            </a:r>
          </a:p>
          <a:p>
            <a:r>
              <a:rPr lang="en-IN" b="1" dirty="0"/>
              <a:t>Therefore, a self-service mobile application is required to provide members with quick and convenient access to library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Our proposed system provides a </a:t>
            </a:r>
            <a:r>
              <a:rPr lang="en-IN" b="1" dirty="0"/>
              <a:t>Library Mobile App for Member Self-Service</a:t>
            </a:r>
            <a:r>
              <a:rPr lang="en-IN" dirty="0"/>
              <a:t>.</a:t>
            </a:r>
          </a:p>
          <a:p>
            <a:r>
              <a:rPr lang="en-IN" b="1" dirty="0"/>
              <a:t>Main Contributions:</a:t>
            </a:r>
          </a:p>
          <a:p>
            <a:pPr lvl="0"/>
            <a:r>
              <a:rPr lang="en-IN" dirty="0"/>
              <a:t>Provides mobile access to library services. </a:t>
            </a:r>
          </a:p>
          <a:p>
            <a:pPr lvl="0"/>
            <a:r>
              <a:rPr lang="en-IN" dirty="0"/>
              <a:t>Allows members to search and filter books. </a:t>
            </a:r>
          </a:p>
          <a:p>
            <a:pPr lvl="0"/>
            <a:r>
              <a:rPr lang="en-IN" dirty="0"/>
              <a:t>Displays book availability. </a:t>
            </a:r>
          </a:p>
          <a:p>
            <a:pPr lvl="0"/>
            <a:r>
              <a:rPr lang="en-IN" dirty="0"/>
              <a:t>Allows members to reserve available books. </a:t>
            </a:r>
          </a:p>
          <a:p>
            <a:pPr lvl="0"/>
            <a:r>
              <a:rPr lang="en-IN" dirty="0"/>
              <a:t>Provides borrowing history. </a:t>
            </a:r>
          </a:p>
          <a:p>
            <a:pPr lvl="0"/>
            <a:r>
              <a:rPr lang="en-IN" dirty="0"/>
              <a:t>Displays current transactions and due dates. </a:t>
            </a:r>
          </a:p>
          <a:p>
            <a:pPr lvl="0"/>
            <a:r>
              <a:rPr lang="en-IN" dirty="0"/>
              <a:t>Allows members to monitor fines. </a:t>
            </a:r>
          </a:p>
          <a:p>
            <a:pPr lvl="0"/>
            <a:r>
              <a:rPr lang="en-IN" dirty="0"/>
              <a:t>Maintains library information using a structured relational database. </a:t>
            </a:r>
          </a:p>
          <a:p>
            <a:pPr lvl="0"/>
            <a:r>
              <a:rPr lang="en-IN" dirty="0"/>
              <a:t>Uses SQL queries, joins, aggregation, constraints, and transactions. </a:t>
            </a:r>
          </a:p>
          <a:p>
            <a:pPr lvl="0"/>
            <a:r>
              <a:rPr lang="en-IN" dirty="0"/>
              <a:t>Provides REST APIs using </a:t>
            </a:r>
            <a:r>
              <a:rPr lang="en-IN" dirty="0" err="1"/>
              <a:t>FastAPI</a:t>
            </a:r>
            <a:r>
              <a:rPr lang="en-IN" dirty="0"/>
              <a:t> for communication between the application and database.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To develop a mobile-based self-service platform for library members. </a:t>
            </a:r>
          </a:p>
          <a:p>
            <a:pPr lvl="0"/>
            <a:r>
              <a:rPr lang="en-IN" dirty="0"/>
              <a:t>To allow members to search and filter books easily. </a:t>
            </a:r>
          </a:p>
          <a:p>
            <a:pPr lvl="0"/>
            <a:r>
              <a:rPr lang="en-IN" dirty="0"/>
              <a:t>To provide real-time information about book availability. </a:t>
            </a:r>
          </a:p>
          <a:p>
            <a:pPr lvl="0"/>
            <a:r>
              <a:rPr lang="en-IN" dirty="0"/>
              <a:t>To allow members to reserve available books. </a:t>
            </a:r>
          </a:p>
          <a:p>
            <a:pPr lvl="0"/>
            <a:r>
              <a:rPr lang="en-IN" dirty="0"/>
              <a:t>To maintain and display borrowing history. </a:t>
            </a:r>
          </a:p>
          <a:p>
            <a:pPr lvl="0"/>
            <a:r>
              <a:rPr lang="en-IN" dirty="0"/>
              <a:t>To help members monitor due dates and fines. </a:t>
            </a:r>
          </a:p>
          <a:p>
            <a:pPr lvl="0"/>
            <a:r>
              <a:rPr lang="en-IN" dirty="0"/>
              <a:t>To securely manage library data using a relational database. </a:t>
            </a:r>
          </a:p>
          <a:p>
            <a:pPr lvl="0"/>
            <a:r>
              <a:rPr lang="en-IN" dirty="0"/>
              <a:t>To maintain data consistency using database constraints and transactions. </a:t>
            </a:r>
          </a:p>
          <a:p>
            <a:pPr lvl="0"/>
            <a:r>
              <a:rPr lang="en-IN" dirty="0"/>
              <a:t>To provide useful library information through SQL queries and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9542" cy="4351338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1. Member Module</a:t>
            </a:r>
            <a:endParaRPr lang="en-IN" dirty="0"/>
          </a:p>
          <a:p>
            <a:pPr lvl="0"/>
            <a:r>
              <a:rPr lang="en-IN" dirty="0"/>
              <a:t>Member information </a:t>
            </a:r>
          </a:p>
          <a:p>
            <a:pPr lvl="0"/>
            <a:r>
              <a:rPr lang="en-IN" dirty="0"/>
              <a:t>Member access </a:t>
            </a:r>
          </a:p>
          <a:p>
            <a:pPr lvl="0"/>
            <a:r>
              <a:rPr lang="en-IN" dirty="0"/>
              <a:t>View transactions </a:t>
            </a:r>
          </a:p>
          <a:p>
            <a:r>
              <a:rPr lang="en-IN" b="1" dirty="0"/>
              <a:t>2. Book Management Module</a:t>
            </a:r>
            <a:endParaRPr lang="en-IN" dirty="0"/>
          </a:p>
          <a:p>
            <a:pPr lvl="0"/>
            <a:r>
              <a:rPr lang="en-IN" dirty="0"/>
              <a:t>Book details </a:t>
            </a:r>
          </a:p>
          <a:p>
            <a:pPr lvl="0"/>
            <a:r>
              <a:rPr lang="en-IN" dirty="0"/>
              <a:t>Authors </a:t>
            </a:r>
          </a:p>
          <a:p>
            <a:pPr lvl="0"/>
            <a:r>
              <a:rPr lang="en-IN" dirty="0"/>
              <a:t>Categories </a:t>
            </a:r>
          </a:p>
          <a:p>
            <a:pPr lvl="0"/>
            <a:r>
              <a:rPr lang="en-IN" dirty="0"/>
              <a:t>Book availability </a:t>
            </a:r>
          </a:p>
          <a:p>
            <a:r>
              <a:rPr lang="en-IN" b="1" dirty="0"/>
              <a:t>3. Search Module</a:t>
            </a:r>
            <a:endParaRPr lang="en-IN" dirty="0"/>
          </a:p>
          <a:p>
            <a:pPr lvl="0"/>
            <a:r>
              <a:rPr lang="en-IN" dirty="0"/>
              <a:t>Search books </a:t>
            </a:r>
          </a:p>
          <a:p>
            <a:pPr lvl="0"/>
            <a:r>
              <a:rPr lang="en-IN" dirty="0"/>
              <a:t>Filter books </a:t>
            </a:r>
          </a:p>
          <a:p>
            <a:pPr lvl="0"/>
            <a:r>
              <a:rPr lang="en-IN" dirty="0"/>
              <a:t>Check availability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1C747-30B5-CF62-F74F-7F169AB89819}"/>
              </a:ext>
            </a:extLst>
          </p:cNvPr>
          <p:cNvSpPr txBox="1"/>
          <p:nvPr/>
        </p:nvSpPr>
        <p:spPr>
          <a:xfrm>
            <a:off x="6784260" y="1690689"/>
            <a:ext cx="43950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Borrowing &amp; Return Module</a:t>
            </a:r>
            <a:endParaRPr lang="en-IN" dirty="0"/>
          </a:p>
          <a:p>
            <a:pPr lvl="0"/>
            <a:r>
              <a:rPr lang="en-IN" dirty="0"/>
              <a:t>Borrowing records </a:t>
            </a:r>
          </a:p>
          <a:p>
            <a:pPr lvl="0"/>
            <a:r>
              <a:rPr lang="en-IN" dirty="0"/>
              <a:t>Return records </a:t>
            </a:r>
          </a:p>
          <a:p>
            <a:pPr lvl="0"/>
            <a:r>
              <a:rPr lang="en-IN" dirty="0"/>
              <a:t>Borrowing history </a:t>
            </a:r>
          </a:p>
          <a:p>
            <a:r>
              <a:rPr lang="en-IN" b="1" dirty="0"/>
              <a:t>5. Reservation Module</a:t>
            </a:r>
            <a:endParaRPr lang="en-IN" dirty="0"/>
          </a:p>
          <a:p>
            <a:pPr lvl="0"/>
            <a:r>
              <a:rPr lang="en-IN" dirty="0"/>
              <a:t>Reserve available books </a:t>
            </a:r>
          </a:p>
          <a:p>
            <a:pPr lvl="0"/>
            <a:r>
              <a:rPr lang="en-IN" dirty="0"/>
              <a:t>Manage reservations </a:t>
            </a:r>
          </a:p>
          <a:p>
            <a:r>
              <a:rPr lang="en-IN" b="1" dirty="0"/>
              <a:t>6. Fine Management Module</a:t>
            </a:r>
            <a:endParaRPr lang="en-IN" dirty="0"/>
          </a:p>
          <a:p>
            <a:pPr lvl="0"/>
            <a:r>
              <a:rPr lang="en-IN" dirty="0"/>
              <a:t>Track due dates </a:t>
            </a:r>
          </a:p>
          <a:p>
            <a:pPr lvl="0"/>
            <a:r>
              <a:rPr lang="en-IN" dirty="0"/>
              <a:t>Calculate/manage fines </a:t>
            </a:r>
          </a:p>
          <a:p>
            <a:pPr lvl="0"/>
            <a:r>
              <a:rPr lang="en-IN" dirty="0"/>
              <a:t>View outstanding fines </a:t>
            </a:r>
          </a:p>
          <a:p>
            <a:r>
              <a:rPr lang="en-IN" b="1" dirty="0"/>
              <a:t>7. Database &amp; API Module</a:t>
            </a:r>
            <a:endParaRPr lang="en-IN" dirty="0"/>
          </a:p>
          <a:p>
            <a:pPr lvl="0"/>
            <a:r>
              <a:rPr lang="en-IN" dirty="0"/>
              <a:t>PostgreSQL database </a:t>
            </a:r>
          </a:p>
          <a:p>
            <a:pPr lvl="0"/>
            <a:r>
              <a:rPr lang="en-IN" dirty="0"/>
              <a:t>SQL operations </a:t>
            </a:r>
          </a:p>
          <a:p>
            <a:pPr lvl="0"/>
            <a:r>
              <a:rPr lang="en-IN" dirty="0" err="1"/>
              <a:t>FastAPI</a:t>
            </a:r>
            <a:r>
              <a:rPr lang="en-IN" dirty="0"/>
              <a:t> REST APIs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b="1" dirty="0"/>
              <a:t>Database:</a:t>
            </a:r>
            <a:endParaRPr lang="en-IN" dirty="0"/>
          </a:p>
          <a:p>
            <a:pPr lvl="0"/>
            <a:r>
              <a:rPr lang="en-IN" dirty="0"/>
              <a:t>PostgreSQL </a:t>
            </a:r>
          </a:p>
          <a:p>
            <a:r>
              <a:rPr lang="en-IN" b="1" dirty="0"/>
              <a:t>Programming Language:</a:t>
            </a:r>
            <a:endParaRPr lang="en-IN" dirty="0"/>
          </a:p>
          <a:p>
            <a:pPr lvl="0"/>
            <a:r>
              <a:rPr lang="en-IN" dirty="0"/>
              <a:t>Python </a:t>
            </a:r>
          </a:p>
          <a:p>
            <a:pPr lvl="0"/>
            <a:r>
              <a:rPr lang="en-IN" dirty="0"/>
              <a:t>SQL </a:t>
            </a:r>
          </a:p>
          <a:p>
            <a:r>
              <a:rPr lang="en-IN" b="1" dirty="0"/>
              <a:t>Backend Framework:</a:t>
            </a:r>
            <a:endParaRPr lang="en-IN" dirty="0"/>
          </a:p>
          <a:p>
            <a:pPr lvl="0"/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r>
              <a:rPr lang="en-IN" b="1" dirty="0"/>
              <a:t>Database Integration:</a:t>
            </a:r>
            <a:endParaRPr lang="en-IN" dirty="0"/>
          </a:p>
          <a:p>
            <a:pPr lvl="0"/>
            <a:r>
              <a:rPr lang="en-IN" dirty="0" err="1"/>
              <a:t>SQLAlchemy</a:t>
            </a:r>
            <a:r>
              <a:rPr lang="en-IN" dirty="0"/>
              <a:t> </a:t>
            </a:r>
          </a:p>
          <a:p>
            <a:r>
              <a:rPr lang="en-IN" b="1" dirty="0"/>
              <a:t>API Testing:</a:t>
            </a:r>
            <a:endParaRPr lang="en-IN" dirty="0"/>
          </a:p>
          <a:p>
            <a:pPr lvl="0"/>
            <a:r>
              <a:rPr lang="en-IN" dirty="0"/>
              <a:t>Postman </a:t>
            </a:r>
          </a:p>
          <a:p>
            <a:r>
              <a:rPr lang="en-IN" b="1" dirty="0"/>
              <a:t>Database Operations Used:</a:t>
            </a:r>
          </a:p>
          <a:p>
            <a:pPr lvl="0"/>
            <a:r>
              <a:rPr lang="en-IN" dirty="0"/>
              <a:t>SQL Queries </a:t>
            </a:r>
          </a:p>
          <a:p>
            <a:pPr lvl="0"/>
            <a:r>
              <a:rPr lang="en-IN" dirty="0"/>
              <a:t>Joins </a:t>
            </a:r>
          </a:p>
          <a:p>
            <a:pPr lvl="0"/>
            <a:r>
              <a:rPr lang="en-IN" dirty="0"/>
              <a:t>Aggregation </a:t>
            </a:r>
          </a:p>
          <a:p>
            <a:pPr lvl="0"/>
            <a:r>
              <a:rPr lang="en-IN" dirty="0"/>
              <a:t>Constraints </a:t>
            </a:r>
          </a:p>
          <a:p>
            <a:pPr lvl="0"/>
            <a:r>
              <a:rPr lang="en-IN" dirty="0"/>
              <a:t>Transactions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2B9EC-8C34-8E56-0FAD-13ED1C80F530}"/>
              </a:ext>
            </a:extLst>
          </p:cNvPr>
          <p:cNvSpPr txBox="1"/>
          <p:nvPr/>
        </p:nvSpPr>
        <p:spPr>
          <a:xfrm>
            <a:off x="568326" y="1598832"/>
            <a:ext cx="1136138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CONCLUSION</a:t>
            </a:r>
          </a:p>
          <a:p>
            <a:pPr lvl="0"/>
            <a:r>
              <a:rPr lang="en-IN" dirty="0"/>
              <a:t>The Library Mobile App for Member Self-Service provides a convenient way for members to access library services. </a:t>
            </a:r>
          </a:p>
          <a:p>
            <a:pPr lvl="0"/>
            <a:r>
              <a:rPr lang="en-IN" dirty="0"/>
              <a:t>It reduces dependency on library staff for routine activities. </a:t>
            </a:r>
          </a:p>
          <a:p>
            <a:pPr lvl="0"/>
            <a:r>
              <a:rPr lang="en-IN" dirty="0"/>
              <a:t>Members can search books, check availability, reserve books, view borrowing history, and monitor due dates and fines. </a:t>
            </a:r>
          </a:p>
          <a:p>
            <a:pPr lvl="0"/>
            <a:r>
              <a:rPr lang="en-IN" dirty="0"/>
              <a:t>PostgreSQL provides structured and reliable storage of library data. </a:t>
            </a:r>
          </a:p>
          <a:p>
            <a:pPr lvl="0"/>
            <a:r>
              <a:rPr lang="en-IN" dirty="0"/>
              <a:t>The system improves efficiency and provides a better library experience. </a:t>
            </a:r>
          </a:p>
          <a:p>
            <a:r>
              <a:rPr lang="en-IN" b="1" dirty="0"/>
              <a:t>FUTURE SCOPE</a:t>
            </a:r>
          </a:p>
          <a:p>
            <a:pPr lvl="0"/>
            <a:r>
              <a:rPr lang="en-IN" dirty="0"/>
              <a:t>Online book renewal. </a:t>
            </a:r>
          </a:p>
          <a:p>
            <a:pPr lvl="0"/>
            <a:r>
              <a:rPr lang="en-IN" dirty="0"/>
              <a:t>Push notifications for due dates and reservations. </a:t>
            </a:r>
          </a:p>
          <a:p>
            <a:pPr lvl="0"/>
            <a:r>
              <a:rPr lang="en-IN" dirty="0"/>
              <a:t>Digital library/e-book integration. </a:t>
            </a:r>
          </a:p>
          <a:p>
            <a:pPr lvl="0"/>
            <a:r>
              <a:rPr lang="en-IN" dirty="0"/>
              <a:t>Online fine payment. </a:t>
            </a:r>
          </a:p>
          <a:p>
            <a:pPr lvl="0"/>
            <a:r>
              <a:rPr lang="en-IN" dirty="0"/>
              <a:t>Personalized book recommendations. </a:t>
            </a:r>
          </a:p>
          <a:p>
            <a:pPr lvl="0"/>
            <a:r>
              <a:rPr lang="en-IN" dirty="0"/>
              <a:t>Advanced analytics and library reports. </a:t>
            </a:r>
          </a:p>
          <a:p>
            <a:pPr lvl="0"/>
            <a:r>
              <a:rPr lang="en-IN" dirty="0"/>
              <a:t>Admin dashboard for library staff.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8238</TotalTime>
  <Words>874</Words>
  <Application>Microsoft Office PowerPoint</Application>
  <PresentationFormat>Widescreen</PresentationFormat>
  <Paragraphs>185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charan reddy</cp:lastModifiedBy>
  <cp:revision>94</cp:revision>
  <dcterms:created xsi:type="dcterms:W3CDTF">2022-05-20T10:20:31Z</dcterms:created>
  <dcterms:modified xsi:type="dcterms:W3CDTF">2026-08-18T03:22:38Z</dcterms:modified>
</cp:coreProperties>
</file>